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ReadyPI: Database, Product Concept &amp; Market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ADD8E6"/>
                </a:solidFill>
              </a:rPr>
              <a:t>Prepared from local project files + live readypi PostgreSQL snapshot (2026-05-05)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13D"/>
                </a:solidFill>
              </a:rPr>
              <a:t>1) Database Snapshot (Live Instance)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Public schema includes 8 core tables + 3 analytics views (user_summary, daily_revenue, model_usage_stats).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Current rows: users=1, credits=1, model_pricing=19.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No activity yet in transactions (0), usage_logs (0), subscriptions (0).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Plan distribution now: free=1.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13D"/>
                </a:solidFill>
              </a:rPr>
              <a:t>2) Data Model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Well-structured billing-ready schema: users, API keys, credits, transactions, subscriptions, usage logs, referrals, model pricing.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Key constraints implemented: email validation, payment method/status checks, plan and billing-cycle checks.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Operational triggers: auto updated_at stamps and auto credit creation (50 starter credits on signup).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Analytics views prebuilt for user health, daily revenue, and 30-day model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13D"/>
                </a:solidFill>
              </a:rPr>
              <a:t>3) Product Concept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Core proposition: one OpenAI-compatible endpoint to access many LLM providers.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Localization advantage: BDT-denominated token credits and local payment rails (bKash, Nagad, Rocket, cards) plus crypto option.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Developer-first workflow: API key auth, per-call token billing, rate limits by plan tier, dashboard visibility.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Model catalog seeded: 19 active models, including 9 free-tier options; price band BDT 0.00 to 15.00 per 1M tokens.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13D"/>
                </a:solidFill>
              </a:rPr>
              <a:t>4) Pricing &amp; Monetization Readout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Credit mechanics: 1 credit = 1,000 tokens with both subscriptions and pay-as-you-go top-ups.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Catalog economics (seeded): average ~BDT 3.10 per 1M tokens across active models.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Strategic spread: free models for acquisition + premium models (e.g., Claude Sonnet/GPT-4o class) for revenue.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Current database indicates commercial system is configured, but transaction volume is not yet present in this instance.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13D"/>
                </a:solidFill>
              </a:rPr>
              <a:t>5) Market Overview (From Business Docs)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Stated demand thesis: 600,000+ BD developers blocked by payment friction for global AI APIs.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Positioning thesis: first local AI API aggregator focused on Bangladesh with South Asia expansion path.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Claimed moat: local merchant/compliance requirements create a 12-24 month structural lead for local wallets.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GTM focus: developer communities, education content, open-source examples, and campus outreach.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13D"/>
                </a:solidFill>
              </a:rPr>
              <a:t>6) Risks &amp; Gaps to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Traction risk: live DB currently shows minimal user and no paid transaction history in this environment.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Regulatory risk: crypto payment route remains a legal gray zone and should have compliance controls.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Execution risk: conversion from free trials to paid usage depends on billing reliability + model quality consistency.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Data integrity risk: multiple docs mention different model counts/pricing packages; align one source of truth.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13D"/>
                </a:solidFill>
              </a:rPr>
              <a:t>7) Next-Step Priority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Track activation funnel in DB views: signup -&gt; key creation -&gt; first successful model call -&gt; first top-up.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Instrument weekly KPIs: active users, paid conversion, MRR, ARPU, token mix by model, failure/error rate.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Harden payment observability: callback success rate, pending-to-complete latency, dispute/refund tracking.</a:t>
            </a:r>
          </a:p>
          <a:p>
            <a:pPr>
              <a:spcAft>
                <a:spcPts val="1400"/>
              </a:spcAft>
              <a:defRPr sz="2000">
                <a:solidFill>
                  <a:srgbClr val="232323"/>
                </a:solidFill>
              </a:defRPr>
            </a:pPr>
            <a:r>
              <a:t>Prepare South Asia readiness pack: payment integration roadmap, compliance checklist, and localized pricing matrix.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